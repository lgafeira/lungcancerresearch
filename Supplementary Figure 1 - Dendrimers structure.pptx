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70" r:id="rId5"/>
  </p:sldIdLst>
  <p:sldSz cx="14400213" cy="16200438"/>
  <p:notesSz cx="6858000" cy="9144000"/>
  <p:defaultTextStyle>
    <a:defPPr>
      <a:defRPr lang="en-US"/>
    </a:defPPr>
    <a:lvl1pPr marL="0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1pPr>
    <a:lvl2pPr marL="522488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2pPr>
    <a:lvl3pPr marL="1044976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3pPr>
    <a:lvl4pPr marL="1567464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4pPr>
    <a:lvl5pPr marL="2089953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5pPr>
    <a:lvl6pPr marL="2612441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6pPr>
    <a:lvl7pPr marL="3134929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7pPr>
    <a:lvl8pPr marL="3657417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8pPr>
    <a:lvl9pPr marL="4179905" algn="l" defTabSz="1044976" rtl="0" eaLnBrk="1" latinLnBrk="0" hangingPunct="1">
      <a:defRPr sz="20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F2D14F-2678-2CEA-6A55-E12E079FE655}" name="Adriana Bastos Cruz" initials="AB" userId="S::ist428459@tecnico.ulisboa.pt::5bff88b2-0dd2-42dd-bf1f-4b571db640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A8D3"/>
    <a:srgbClr val="F96495"/>
    <a:srgbClr val="B07FC0"/>
    <a:srgbClr val="610051"/>
    <a:srgbClr val="FFFFFF"/>
    <a:srgbClr val="8D8DFF"/>
    <a:srgbClr val="8BABD3"/>
    <a:srgbClr val="000080"/>
    <a:srgbClr val="034E61"/>
    <a:srgbClr val="9464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FE50E4-9A44-476D-AEC9-04F467F6AB2E}" v="2" dt="2026-03-18T17:43:51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>
        <p:scale>
          <a:sx n="40" d="100"/>
          <a:sy n="40" d="100"/>
        </p:scale>
        <p:origin x="1949" y="-4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na Bastos Cruz" userId="5bff88b2-0dd2-42dd-bf1f-4b571db640c2" providerId="ADAL" clId="{3303279E-E284-4118-A71F-2CDB85DD3807}"/>
    <pc:docChg chg="delSld modSld">
      <pc:chgData name="Adriana Bastos Cruz" userId="5bff88b2-0dd2-42dd-bf1f-4b571db640c2" providerId="ADAL" clId="{3303279E-E284-4118-A71F-2CDB85DD3807}" dt="2026-03-18T17:45:05.480" v="172" actId="123"/>
      <pc:docMkLst>
        <pc:docMk/>
      </pc:docMkLst>
      <pc:sldChg chg="del">
        <pc:chgData name="Adriana Bastos Cruz" userId="5bff88b2-0dd2-42dd-bf1f-4b571db640c2" providerId="ADAL" clId="{3303279E-E284-4118-A71F-2CDB85DD3807}" dt="2026-03-18T17:40:44.441" v="0" actId="47"/>
        <pc:sldMkLst>
          <pc:docMk/>
          <pc:sldMk cId="3001410695" sldId="266"/>
        </pc:sldMkLst>
      </pc:sldChg>
      <pc:sldChg chg="del">
        <pc:chgData name="Adriana Bastos Cruz" userId="5bff88b2-0dd2-42dd-bf1f-4b571db640c2" providerId="ADAL" clId="{3303279E-E284-4118-A71F-2CDB85DD3807}" dt="2026-03-18T17:40:46.635" v="2" actId="47"/>
        <pc:sldMkLst>
          <pc:docMk/>
          <pc:sldMk cId="4106169760" sldId="267"/>
        </pc:sldMkLst>
      </pc:sldChg>
      <pc:sldChg chg="del">
        <pc:chgData name="Adriana Bastos Cruz" userId="5bff88b2-0dd2-42dd-bf1f-4b571db640c2" providerId="ADAL" clId="{3303279E-E284-4118-A71F-2CDB85DD3807}" dt="2026-03-18T17:40:45.569" v="1" actId="47"/>
        <pc:sldMkLst>
          <pc:docMk/>
          <pc:sldMk cId="4217303611" sldId="269"/>
        </pc:sldMkLst>
      </pc:sldChg>
      <pc:sldChg chg="modSp mod">
        <pc:chgData name="Adriana Bastos Cruz" userId="5bff88b2-0dd2-42dd-bf1f-4b571db640c2" providerId="ADAL" clId="{3303279E-E284-4118-A71F-2CDB85DD3807}" dt="2026-03-18T17:45:05.480" v="172" actId="123"/>
        <pc:sldMkLst>
          <pc:docMk/>
          <pc:sldMk cId="2466533407" sldId="270"/>
        </pc:sldMkLst>
        <pc:spChg chg="mod">
          <ac:chgData name="Adriana Bastos Cruz" userId="5bff88b2-0dd2-42dd-bf1f-4b571db640c2" providerId="ADAL" clId="{3303279E-E284-4118-A71F-2CDB85DD3807}" dt="2026-03-18T17:45:05.480" v="172" actId="123"/>
          <ac:spMkLst>
            <pc:docMk/>
            <pc:sldMk cId="2466533407" sldId="270"/>
            <ac:spMk id="4" creationId="{D9247AEA-67EA-D577-B32E-F2FEC9EFEAA8}"/>
          </ac:spMkLst>
        </pc:spChg>
      </pc:sldChg>
      <pc:sldChg chg="del">
        <pc:chgData name="Adriana Bastos Cruz" userId="5bff88b2-0dd2-42dd-bf1f-4b571db640c2" providerId="ADAL" clId="{3303279E-E284-4118-A71F-2CDB85DD3807}" dt="2026-03-18T17:40:47.752" v="3" actId="47"/>
        <pc:sldMkLst>
          <pc:docMk/>
          <pc:sldMk cId="3542121089" sldId="271"/>
        </pc:sldMkLst>
      </pc:sldChg>
      <pc:sldChg chg="del">
        <pc:chgData name="Adriana Bastos Cruz" userId="5bff88b2-0dd2-42dd-bf1f-4b571db640c2" providerId="ADAL" clId="{3303279E-E284-4118-A71F-2CDB85DD3807}" dt="2026-03-18T17:40:48.542" v="4" actId="47"/>
        <pc:sldMkLst>
          <pc:docMk/>
          <pc:sldMk cId="2259573022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2651323"/>
            <a:ext cx="12240181" cy="5640152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8508981"/>
            <a:ext cx="10800160" cy="3911355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pt-PT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958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4038864"/>
            <a:ext cx="12420184" cy="673893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10841548"/>
            <a:ext cx="12420184" cy="3543845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22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4312617"/>
            <a:ext cx="6120091" cy="10279029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4312617"/>
            <a:ext cx="6120091" cy="10279029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6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862527"/>
            <a:ext cx="12420184" cy="3131336"/>
          </a:xfrm>
        </p:spPr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3971359"/>
            <a:ext cx="6091964" cy="194630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5917660"/>
            <a:ext cx="6091964" cy="8703987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3971359"/>
            <a:ext cx="6121966" cy="194630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5917660"/>
            <a:ext cx="6121966" cy="8703987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59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27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0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080029"/>
            <a:ext cx="4644444" cy="3780102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2332567"/>
            <a:ext cx="7290108" cy="11512811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860131"/>
            <a:ext cx="4644444" cy="9003995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4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080029"/>
            <a:ext cx="4644444" cy="3780102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2332567"/>
            <a:ext cx="7290108" cy="11512811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4860131"/>
            <a:ext cx="4644444" cy="9003995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819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93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862524"/>
            <a:ext cx="3105046" cy="13729122"/>
          </a:xfrm>
        </p:spPr>
        <p:txBody>
          <a:bodyPr vert="eaVert"/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862524"/>
            <a:ext cx="9135135" cy="13729122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2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862527"/>
            <a:ext cx="12420184" cy="31313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4312617"/>
            <a:ext cx="12420184" cy="102790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5015410"/>
            <a:ext cx="3240048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EA024-4BD1-4FA0-96F3-8E4F1222DEF2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5015410"/>
            <a:ext cx="4860072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5015410"/>
            <a:ext cx="3240048" cy="8625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3AE1E-78BE-4CEC-A5B7-BDC50B071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9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7" Type="http://schemas.openxmlformats.org/officeDocument/2006/relationships/image" Target="../media/image4.tif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tângulo 13">
            <a:extLst>
              <a:ext uri="{FF2B5EF4-FFF2-40B4-BE49-F238E27FC236}">
                <a16:creationId xmlns:a16="http://schemas.microsoft.com/office/drawing/2014/main" id="{764356E9-4092-B4FD-940B-D07D023E730A}"/>
              </a:ext>
            </a:extLst>
          </p:cNvPr>
          <p:cNvSpPr>
            <a:spLocks/>
          </p:cNvSpPr>
          <p:nvPr/>
        </p:nvSpPr>
        <p:spPr>
          <a:xfrm>
            <a:off x="0" y="0"/>
            <a:ext cx="14400213" cy="162004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9247AEA-67EA-D577-B32E-F2FEC9EFEAA8}"/>
              </a:ext>
            </a:extLst>
          </p:cNvPr>
          <p:cNvSpPr txBox="1"/>
          <p:nvPr/>
        </p:nvSpPr>
        <p:spPr>
          <a:xfrm>
            <a:off x="149810" y="14594429"/>
            <a:ext cx="13204239" cy="1349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Supplementary Figure 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Schematic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representation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shell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polycationic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PURE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dendrimers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(PURE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G4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–OEI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and PURE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G4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–OCEI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). (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 Chemical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fourth-generation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polyurea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dendrimers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(PURE</a:t>
            </a:r>
            <a:r>
              <a:rPr lang="es-ES" baseline="-25000" dirty="0">
                <a:latin typeface="Arial" panose="020B0604020202020204" pitchFamily="34" charset="0"/>
                <a:cs typeface="Arial" panose="020B0604020202020204" pitchFamily="34" charset="0"/>
              </a:rPr>
              <a:t>G4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algn="just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76F49490-AEE9-DEDE-1CD2-599B433792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100084"/>
              </p:ext>
            </p:extLst>
          </p:nvPr>
        </p:nvGraphicFramePr>
        <p:xfrm>
          <a:off x="2472321" y="3941581"/>
          <a:ext cx="3467046" cy="16527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2" imgW="2049532" imgH="978598" progId="ChemDraw.Document.6.0">
                  <p:embed/>
                </p:oleObj>
              </mc:Choice>
              <mc:Fallback>
                <p:oleObj name="CS ChemDraw Drawing" r:id="rId2" imgW="2049532" imgH="978598" progId="ChemDraw.Document.6.0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76F49490-AEE9-DEDE-1CD2-599B433792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2321" y="3941581"/>
                        <a:ext cx="3467046" cy="16527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85978B6A-7CB3-D04D-D160-1FC6056937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489067"/>
              </p:ext>
            </p:extLst>
          </p:nvPr>
        </p:nvGraphicFramePr>
        <p:xfrm>
          <a:off x="7791549" y="3418200"/>
          <a:ext cx="3461066" cy="2334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S ChemDraw Drawing" r:id="rId4" imgW="2691313" imgH="1816482" progId="ChemDraw.Document.6.0">
                  <p:embed/>
                </p:oleObj>
              </mc:Choice>
              <mc:Fallback>
                <p:oleObj name="CS ChemDraw Drawing" r:id="rId4" imgW="2691313" imgH="1816482" progId="ChemDraw.Document.6.0">
                  <p:embed/>
                  <p:pic>
                    <p:nvPicPr>
                      <p:cNvPr id="10" name="Objeto 9">
                        <a:extLst>
                          <a:ext uri="{FF2B5EF4-FFF2-40B4-BE49-F238E27FC236}">
                            <a16:creationId xmlns:a16="http://schemas.microsoft.com/office/drawing/2014/main" id="{85978B6A-7CB3-D04D-D160-1FC6056937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791549" y="3418200"/>
                        <a:ext cx="3461066" cy="2334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D1B53C8E-A2DE-6ACE-857D-561FF4E6D59D}"/>
              </a:ext>
            </a:extLst>
          </p:cNvPr>
          <p:cNvGrpSpPr>
            <a:grpSpLocks/>
          </p:cNvGrpSpPr>
          <p:nvPr/>
        </p:nvGrpSpPr>
        <p:grpSpPr>
          <a:xfrm>
            <a:off x="2628858" y="1568739"/>
            <a:ext cx="2063096" cy="2085118"/>
            <a:chOff x="806713" y="1101272"/>
            <a:chExt cx="2780979" cy="2810663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340E49-2CCC-67BB-6A3B-5FCB27E0A6EA}"/>
                </a:ext>
              </a:extLst>
            </p:cNvPr>
            <p:cNvSpPr>
              <a:spLocks/>
            </p:cNvSpPr>
            <p:nvPr/>
          </p:nvSpPr>
          <p:spPr>
            <a:xfrm>
              <a:off x="1108071" y="1388437"/>
              <a:ext cx="2152836" cy="21541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2298F699-E0B5-A82C-DED4-DC6CA253139E}"/>
                </a:ext>
              </a:extLst>
            </p:cNvPr>
            <p:cNvSpPr>
              <a:spLocks/>
            </p:cNvSpPr>
            <p:nvPr/>
          </p:nvSpPr>
          <p:spPr>
            <a:xfrm>
              <a:off x="1436546" y="1717113"/>
              <a:ext cx="1495887" cy="1496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Badge Follow outline">
              <a:extLst>
                <a:ext uri="{FF2B5EF4-FFF2-40B4-BE49-F238E27FC236}">
                  <a16:creationId xmlns:a16="http://schemas.microsoft.com/office/drawing/2014/main" id="{281A948E-4ECC-8426-4779-31AD8B80B1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22802" y="1370972"/>
              <a:ext cx="288000" cy="288000"/>
            </a:xfrm>
            <a:prstGeom prst="rect">
              <a:avLst/>
            </a:prstGeom>
          </p:spPr>
        </p:pic>
        <p:pic>
          <p:nvPicPr>
            <p:cNvPr id="16" name="Graphic 15" descr="Badge Follow outline">
              <a:extLst>
                <a:ext uri="{FF2B5EF4-FFF2-40B4-BE49-F238E27FC236}">
                  <a16:creationId xmlns:a16="http://schemas.microsoft.com/office/drawing/2014/main" id="{FF33BEDA-D572-0371-0437-E83105BB6F0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4791" y="1625762"/>
              <a:ext cx="288000" cy="288000"/>
            </a:xfrm>
            <a:prstGeom prst="rect">
              <a:avLst/>
            </a:prstGeom>
          </p:spPr>
        </p:pic>
        <p:pic>
          <p:nvPicPr>
            <p:cNvPr id="17" name="Graphic 16" descr="Badge Follow outline">
              <a:extLst>
                <a:ext uri="{FF2B5EF4-FFF2-40B4-BE49-F238E27FC236}">
                  <a16:creationId xmlns:a16="http://schemas.microsoft.com/office/drawing/2014/main" id="{59C496CF-B2CF-386B-E5B9-2F7984A3B8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74467" y="1202827"/>
              <a:ext cx="288000" cy="288000"/>
            </a:xfrm>
            <a:prstGeom prst="rect">
              <a:avLst/>
            </a:prstGeom>
          </p:spPr>
        </p:pic>
        <p:pic>
          <p:nvPicPr>
            <p:cNvPr id="18" name="Graphic 17" descr="Badge Follow outline">
              <a:extLst>
                <a:ext uri="{FF2B5EF4-FFF2-40B4-BE49-F238E27FC236}">
                  <a16:creationId xmlns:a16="http://schemas.microsoft.com/office/drawing/2014/main" id="{E7E0D12C-F8B8-7CF3-D448-82CB396EAB9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13383" y="1120776"/>
              <a:ext cx="288000" cy="288000"/>
            </a:xfrm>
            <a:prstGeom prst="rect">
              <a:avLst/>
            </a:prstGeom>
          </p:spPr>
        </p:pic>
        <p:pic>
          <p:nvPicPr>
            <p:cNvPr id="19" name="Graphic 18" descr="Badge Follow outline">
              <a:extLst>
                <a:ext uri="{FF2B5EF4-FFF2-40B4-BE49-F238E27FC236}">
                  <a16:creationId xmlns:a16="http://schemas.microsoft.com/office/drawing/2014/main" id="{07D4CAEC-3505-2FC7-6B57-79C16B29E0D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7484" y="1101272"/>
              <a:ext cx="288000" cy="288000"/>
            </a:xfrm>
            <a:prstGeom prst="rect">
              <a:avLst/>
            </a:prstGeom>
          </p:spPr>
        </p:pic>
        <p:pic>
          <p:nvPicPr>
            <p:cNvPr id="20" name="Graphic 19" descr="Badge Follow outline">
              <a:extLst>
                <a:ext uri="{FF2B5EF4-FFF2-40B4-BE49-F238E27FC236}">
                  <a16:creationId xmlns:a16="http://schemas.microsoft.com/office/drawing/2014/main" id="{EAEE4715-455B-8E16-1B1F-36545D4587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21492" y="1168035"/>
              <a:ext cx="288000" cy="288000"/>
            </a:xfrm>
            <a:prstGeom prst="rect">
              <a:avLst/>
            </a:prstGeom>
          </p:spPr>
        </p:pic>
        <p:pic>
          <p:nvPicPr>
            <p:cNvPr id="21" name="Graphic 20" descr="Badge Follow outline">
              <a:extLst>
                <a:ext uri="{FF2B5EF4-FFF2-40B4-BE49-F238E27FC236}">
                  <a16:creationId xmlns:a16="http://schemas.microsoft.com/office/drawing/2014/main" id="{4F8A106C-48AC-7BDA-6D6F-6BA3829D18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12680" y="1332373"/>
              <a:ext cx="288000" cy="288000"/>
            </a:xfrm>
            <a:prstGeom prst="rect">
              <a:avLst/>
            </a:prstGeom>
          </p:spPr>
        </p:pic>
        <p:pic>
          <p:nvPicPr>
            <p:cNvPr id="22" name="Graphic 21" descr="Badge Follow outline">
              <a:extLst>
                <a:ext uri="{FF2B5EF4-FFF2-40B4-BE49-F238E27FC236}">
                  <a16:creationId xmlns:a16="http://schemas.microsoft.com/office/drawing/2014/main" id="{AB8F7E79-236A-7F1C-B512-C09FB4A0BB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46918" y="1552776"/>
              <a:ext cx="288000" cy="288000"/>
            </a:xfrm>
            <a:prstGeom prst="rect">
              <a:avLst/>
            </a:prstGeom>
          </p:spPr>
        </p:pic>
        <p:pic>
          <p:nvPicPr>
            <p:cNvPr id="23" name="Graphic 22" descr="Badge Follow outline">
              <a:extLst>
                <a:ext uri="{FF2B5EF4-FFF2-40B4-BE49-F238E27FC236}">
                  <a16:creationId xmlns:a16="http://schemas.microsoft.com/office/drawing/2014/main" id="{1AF4CA6E-E478-B8AF-6B00-8AE633A640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90918" y="1839942"/>
              <a:ext cx="288000" cy="288000"/>
            </a:xfrm>
            <a:prstGeom prst="rect">
              <a:avLst/>
            </a:prstGeom>
          </p:spPr>
        </p:pic>
        <p:pic>
          <p:nvPicPr>
            <p:cNvPr id="24" name="Graphic 23" descr="Badge Follow outline">
              <a:extLst>
                <a:ext uri="{FF2B5EF4-FFF2-40B4-BE49-F238E27FC236}">
                  <a16:creationId xmlns:a16="http://schemas.microsoft.com/office/drawing/2014/main" id="{D0745EE7-09D3-89AE-AD57-7B3482EE3D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7432" y="2177518"/>
              <a:ext cx="288000" cy="288000"/>
            </a:xfrm>
            <a:prstGeom prst="rect">
              <a:avLst/>
            </a:prstGeom>
          </p:spPr>
        </p:pic>
        <p:pic>
          <p:nvPicPr>
            <p:cNvPr id="25" name="Graphic 24" descr="Badge Follow outline">
              <a:extLst>
                <a:ext uri="{FF2B5EF4-FFF2-40B4-BE49-F238E27FC236}">
                  <a16:creationId xmlns:a16="http://schemas.microsoft.com/office/drawing/2014/main" id="{060A053A-4DED-767C-533A-4EE53828D6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9692" y="2479704"/>
              <a:ext cx="288000" cy="288000"/>
            </a:xfrm>
            <a:prstGeom prst="rect">
              <a:avLst/>
            </a:prstGeom>
          </p:spPr>
        </p:pic>
        <p:pic>
          <p:nvPicPr>
            <p:cNvPr id="26" name="Graphic 25" descr="Badge Follow outline">
              <a:extLst>
                <a:ext uri="{FF2B5EF4-FFF2-40B4-BE49-F238E27FC236}">
                  <a16:creationId xmlns:a16="http://schemas.microsoft.com/office/drawing/2014/main" id="{0EECB1E4-7BF7-9CF3-633E-8A9B68BC7C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32847" y="2770169"/>
              <a:ext cx="288000" cy="288000"/>
            </a:xfrm>
            <a:prstGeom prst="rect">
              <a:avLst/>
            </a:prstGeom>
          </p:spPr>
        </p:pic>
        <p:pic>
          <p:nvPicPr>
            <p:cNvPr id="27" name="Graphic 26" descr="Badge Follow outline">
              <a:extLst>
                <a:ext uri="{FF2B5EF4-FFF2-40B4-BE49-F238E27FC236}">
                  <a16:creationId xmlns:a16="http://schemas.microsoft.com/office/drawing/2014/main" id="{94CBB9C1-8FFF-9883-DDBF-83A4024A96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22270" y="3035366"/>
              <a:ext cx="288000" cy="288000"/>
            </a:xfrm>
            <a:prstGeom prst="rect">
              <a:avLst/>
            </a:prstGeom>
          </p:spPr>
        </p:pic>
        <p:pic>
          <p:nvPicPr>
            <p:cNvPr id="28" name="Graphic 27" descr="Badge Follow outline">
              <a:extLst>
                <a:ext uri="{FF2B5EF4-FFF2-40B4-BE49-F238E27FC236}">
                  <a16:creationId xmlns:a16="http://schemas.microsoft.com/office/drawing/2014/main" id="{4140FFB4-37E3-9A7D-B2E8-821319AE4E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56680" y="3253766"/>
              <a:ext cx="288000" cy="288000"/>
            </a:xfrm>
            <a:prstGeom prst="rect">
              <a:avLst/>
            </a:prstGeom>
          </p:spPr>
        </p:pic>
        <p:pic>
          <p:nvPicPr>
            <p:cNvPr id="29" name="Graphic 28" descr="Badge Follow outline">
              <a:extLst>
                <a:ext uri="{FF2B5EF4-FFF2-40B4-BE49-F238E27FC236}">
                  <a16:creationId xmlns:a16="http://schemas.microsoft.com/office/drawing/2014/main" id="{D209890C-8E87-CADA-D291-BBEFE006671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38803" y="3437608"/>
              <a:ext cx="288000" cy="288000"/>
            </a:xfrm>
            <a:prstGeom prst="rect">
              <a:avLst/>
            </a:prstGeom>
          </p:spPr>
        </p:pic>
        <p:pic>
          <p:nvPicPr>
            <p:cNvPr id="30" name="Graphic 29" descr="Badge Follow outline">
              <a:extLst>
                <a:ext uri="{FF2B5EF4-FFF2-40B4-BE49-F238E27FC236}">
                  <a16:creationId xmlns:a16="http://schemas.microsoft.com/office/drawing/2014/main" id="{180CD126-357E-2893-537D-DB751F9535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4682" y="1902162"/>
              <a:ext cx="288000" cy="288000"/>
            </a:xfrm>
            <a:prstGeom prst="rect">
              <a:avLst/>
            </a:prstGeom>
          </p:spPr>
        </p:pic>
        <p:pic>
          <p:nvPicPr>
            <p:cNvPr id="31" name="Graphic 30" descr="Badge Follow outline">
              <a:extLst>
                <a:ext uri="{FF2B5EF4-FFF2-40B4-BE49-F238E27FC236}">
                  <a16:creationId xmlns:a16="http://schemas.microsoft.com/office/drawing/2014/main" id="{A1B974EB-FF8D-A305-6B4A-C2EA9E7332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74677" y="3522262"/>
              <a:ext cx="288000" cy="288000"/>
            </a:xfrm>
            <a:prstGeom prst="rect">
              <a:avLst/>
            </a:prstGeom>
          </p:spPr>
        </p:pic>
        <p:pic>
          <p:nvPicPr>
            <p:cNvPr id="32" name="Graphic 31" descr="Badge Follow outline">
              <a:extLst>
                <a:ext uri="{FF2B5EF4-FFF2-40B4-BE49-F238E27FC236}">
                  <a16:creationId xmlns:a16="http://schemas.microsoft.com/office/drawing/2014/main" id="{2FB87543-FD34-A71A-C947-0727FD5E95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7484" y="3623935"/>
              <a:ext cx="288000" cy="288000"/>
            </a:xfrm>
            <a:prstGeom prst="rect">
              <a:avLst/>
            </a:prstGeom>
          </p:spPr>
        </p:pic>
        <p:pic>
          <p:nvPicPr>
            <p:cNvPr id="33" name="Graphic 32" descr="Badge Follow outline">
              <a:extLst>
                <a:ext uri="{FF2B5EF4-FFF2-40B4-BE49-F238E27FC236}">
                  <a16:creationId xmlns:a16="http://schemas.microsoft.com/office/drawing/2014/main" id="{AD993211-A7FF-745C-A555-2C21C35D20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54888" y="3598665"/>
              <a:ext cx="288000" cy="288000"/>
            </a:xfrm>
            <a:prstGeom prst="rect">
              <a:avLst/>
            </a:prstGeom>
          </p:spPr>
        </p:pic>
        <p:pic>
          <p:nvPicPr>
            <p:cNvPr id="34" name="Graphic 33" descr="Badge Follow outline">
              <a:extLst>
                <a:ext uri="{FF2B5EF4-FFF2-40B4-BE49-F238E27FC236}">
                  <a16:creationId xmlns:a16="http://schemas.microsoft.com/office/drawing/2014/main" id="{DFA62EF6-1C1D-27F6-49BC-D760575DEE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48352" y="3481586"/>
              <a:ext cx="288000" cy="288000"/>
            </a:xfrm>
            <a:prstGeom prst="rect">
              <a:avLst/>
            </a:prstGeom>
          </p:spPr>
        </p:pic>
        <p:pic>
          <p:nvPicPr>
            <p:cNvPr id="35" name="Graphic 34" descr="Badge Follow outline">
              <a:extLst>
                <a:ext uri="{FF2B5EF4-FFF2-40B4-BE49-F238E27FC236}">
                  <a16:creationId xmlns:a16="http://schemas.microsoft.com/office/drawing/2014/main" id="{A62299EB-2503-1D56-9E42-586F40216EF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4195" y="3346104"/>
              <a:ext cx="288000" cy="288000"/>
            </a:xfrm>
            <a:prstGeom prst="rect">
              <a:avLst/>
            </a:prstGeom>
          </p:spPr>
        </p:pic>
        <p:pic>
          <p:nvPicPr>
            <p:cNvPr id="36" name="Graphic 35" descr="Badge Follow outline">
              <a:extLst>
                <a:ext uri="{FF2B5EF4-FFF2-40B4-BE49-F238E27FC236}">
                  <a16:creationId xmlns:a16="http://schemas.microsoft.com/office/drawing/2014/main" id="{FD363EEC-B4F0-90EB-7F4D-351C95C28D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8802" y="3113697"/>
              <a:ext cx="288000" cy="288000"/>
            </a:xfrm>
            <a:prstGeom prst="rect">
              <a:avLst/>
            </a:prstGeom>
          </p:spPr>
        </p:pic>
        <p:pic>
          <p:nvPicPr>
            <p:cNvPr id="37" name="Graphic 36" descr="Badge Follow outline">
              <a:extLst>
                <a:ext uri="{FF2B5EF4-FFF2-40B4-BE49-F238E27FC236}">
                  <a16:creationId xmlns:a16="http://schemas.microsoft.com/office/drawing/2014/main" id="{806323C7-E1E7-8DF7-D875-AEA514187A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0280" y="2884277"/>
              <a:ext cx="288000" cy="288000"/>
            </a:xfrm>
            <a:prstGeom prst="rect">
              <a:avLst/>
            </a:prstGeom>
          </p:spPr>
        </p:pic>
        <p:pic>
          <p:nvPicPr>
            <p:cNvPr id="38" name="Graphic 37" descr="Badge Follow outline">
              <a:extLst>
                <a:ext uri="{FF2B5EF4-FFF2-40B4-BE49-F238E27FC236}">
                  <a16:creationId xmlns:a16="http://schemas.microsoft.com/office/drawing/2014/main" id="{AD2F5A1C-780C-B450-CC91-9F0A72BA98D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9101" y="2594158"/>
              <a:ext cx="288000" cy="288000"/>
            </a:xfrm>
            <a:prstGeom prst="rect">
              <a:avLst/>
            </a:prstGeom>
          </p:spPr>
        </p:pic>
        <p:pic>
          <p:nvPicPr>
            <p:cNvPr id="39" name="Graphic 38" descr="Badge Follow outline">
              <a:extLst>
                <a:ext uri="{FF2B5EF4-FFF2-40B4-BE49-F238E27FC236}">
                  <a16:creationId xmlns:a16="http://schemas.microsoft.com/office/drawing/2014/main" id="{8B5FA092-32E8-2AA8-B8AC-6D19EF7725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6713" y="2246292"/>
              <a:ext cx="288000" cy="288000"/>
            </a:xfrm>
            <a:prstGeom prst="rect">
              <a:avLst/>
            </a:prstGeom>
          </p:spPr>
        </p:pic>
      </p:grpSp>
      <p:pic>
        <p:nvPicPr>
          <p:cNvPr id="47" name="Graphic 46" descr="Badge Follow outline">
            <a:extLst>
              <a:ext uri="{FF2B5EF4-FFF2-40B4-BE49-F238E27FC236}">
                <a16:creationId xmlns:a16="http://schemas.microsoft.com/office/drawing/2014/main" id="{D70B9AB2-2323-A6E2-F5FF-8C9D67195C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30143" y="2322963"/>
            <a:ext cx="213656" cy="213656"/>
          </a:xfrm>
          <a:prstGeom prst="rect">
            <a:avLst/>
          </a:prstGeom>
        </p:spPr>
      </p:pic>
      <p:pic>
        <p:nvPicPr>
          <p:cNvPr id="48" name="Graphic 47" descr="Badge Follow outline">
            <a:extLst>
              <a:ext uri="{FF2B5EF4-FFF2-40B4-BE49-F238E27FC236}">
                <a16:creationId xmlns:a16="http://schemas.microsoft.com/office/drawing/2014/main" id="{C496EB87-7C28-FFB8-3A72-270CC213EB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8842" y="2491356"/>
            <a:ext cx="213656" cy="213656"/>
          </a:xfrm>
          <a:prstGeom prst="rect">
            <a:avLst/>
          </a:prstGeom>
        </p:spPr>
      </p:pic>
      <p:pic>
        <p:nvPicPr>
          <p:cNvPr id="49" name="Graphic 48" descr="Badge Follow outline">
            <a:extLst>
              <a:ext uri="{FF2B5EF4-FFF2-40B4-BE49-F238E27FC236}">
                <a16:creationId xmlns:a16="http://schemas.microsoft.com/office/drawing/2014/main" id="{60A570A0-5D67-1178-50AE-05690FCB2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8293" y="2701891"/>
            <a:ext cx="213656" cy="213656"/>
          </a:xfrm>
          <a:prstGeom prst="rect">
            <a:avLst/>
          </a:prstGeom>
        </p:spPr>
      </p:pic>
      <p:pic>
        <p:nvPicPr>
          <p:cNvPr id="50" name="Graphic 49" descr="Badge Follow outline">
            <a:extLst>
              <a:ext uri="{FF2B5EF4-FFF2-40B4-BE49-F238E27FC236}">
                <a16:creationId xmlns:a16="http://schemas.microsoft.com/office/drawing/2014/main" id="{F9A1B8A3-D18E-2ECC-0A17-539342C0D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9669" y="2216135"/>
            <a:ext cx="213656" cy="213656"/>
          </a:xfrm>
          <a:prstGeom prst="rect">
            <a:avLst/>
          </a:prstGeom>
        </p:spPr>
      </p:pic>
      <p:pic>
        <p:nvPicPr>
          <p:cNvPr id="51" name="Graphic 50" descr="Badge Follow outline">
            <a:extLst>
              <a:ext uri="{FF2B5EF4-FFF2-40B4-BE49-F238E27FC236}">
                <a16:creationId xmlns:a16="http://schemas.microsoft.com/office/drawing/2014/main" id="{5AABAD25-A54D-243C-28E8-33978C9B9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8293" y="2315419"/>
            <a:ext cx="213656" cy="213656"/>
          </a:xfrm>
          <a:prstGeom prst="rect">
            <a:avLst/>
          </a:prstGeom>
        </p:spPr>
      </p:pic>
      <p:pic>
        <p:nvPicPr>
          <p:cNvPr id="52" name="Graphic 51" descr="Badge Follow outline">
            <a:extLst>
              <a:ext uri="{FF2B5EF4-FFF2-40B4-BE49-F238E27FC236}">
                <a16:creationId xmlns:a16="http://schemas.microsoft.com/office/drawing/2014/main" id="{BA27AC1F-DCE8-E279-5E89-C690254F0F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9384" y="2572717"/>
            <a:ext cx="213656" cy="213656"/>
          </a:xfrm>
          <a:prstGeom prst="rect">
            <a:avLst/>
          </a:prstGeom>
        </p:spPr>
      </p:pic>
      <p:pic>
        <p:nvPicPr>
          <p:cNvPr id="53" name="Graphic 52" descr="Badge Follow outline">
            <a:extLst>
              <a:ext uri="{FF2B5EF4-FFF2-40B4-BE49-F238E27FC236}">
                <a16:creationId xmlns:a16="http://schemas.microsoft.com/office/drawing/2014/main" id="{75126A46-DA09-20D8-C7AA-D29F710CC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48869" y="2778583"/>
            <a:ext cx="213656" cy="213656"/>
          </a:xfrm>
          <a:prstGeom prst="rect">
            <a:avLst/>
          </a:prstGeom>
        </p:spPr>
      </p:pic>
      <p:pic>
        <p:nvPicPr>
          <p:cNvPr id="54" name="Graphic 53" descr="Badge Follow outline">
            <a:extLst>
              <a:ext uri="{FF2B5EF4-FFF2-40B4-BE49-F238E27FC236}">
                <a16:creationId xmlns:a16="http://schemas.microsoft.com/office/drawing/2014/main" id="{9C70C0CA-3287-AC34-41E0-D17F9A65F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82677" y="2527101"/>
            <a:ext cx="213656" cy="213656"/>
          </a:xfrm>
          <a:prstGeom prst="rect">
            <a:avLst/>
          </a:prstGeom>
        </p:spPr>
      </p:pic>
      <p:grpSp>
        <p:nvGrpSpPr>
          <p:cNvPr id="55" name="Group 54">
            <a:extLst>
              <a:ext uri="{FF2B5EF4-FFF2-40B4-BE49-F238E27FC236}">
                <a16:creationId xmlns:a16="http://schemas.microsoft.com/office/drawing/2014/main" id="{ED8DCE47-769C-7DCC-F588-0852C6B2121B}"/>
              </a:ext>
            </a:extLst>
          </p:cNvPr>
          <p:cNvGrpSpPr>
            <a:grpSpLocks/>
          </p:cNvGrpSpPr>
          <p:nvPr/>
        </p:nvGrpSpPr>
        <p:grpSpPr>
          <a:xfrm>
            <a:off x="7329090" y="1583208"/>
            <a:ext cx="2063096" cy="2085118"/>
            <a:chOff x="806713" y="1101272"/>
            <a:chExt cx="2780979" cy="2810663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9384E3FF-9F23-7A3B-6AB5-BD507A432337}"/>
                </a:ext>
              </a:extLst>
            </p:cNvPr>
            <p:cNvSpPr>
              <a:spLocks/>
            </p:cNvSpPr>
            <p:nvPr/>
          </p:nvSpPr>
          <p:spPr>
            <a:xfrm>
              <a:off x="1108071" y="1388437"/>
              <a:ext cx="2152836" cy="215416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91B342E-1059-2285-73B1-52D9FD64C8E1}"/>
                </a:ext>
              </a:extLst>
            </p:cNvPr>
            <p:cNvSpPr>
              <a:spLocks/>
            </p:cNvSpPr>
            <p:nvPr/>
          </p:nvSpPr>
          <p:spPr>
            <a:xfrm>
              <a:off x="1436546" y="1717113"/>
              <a:ext cx="1495887" cy="1496811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effectLst>
              <a:innerShdw blurRad="114300">
                <a:prstClr val="black"/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8" name="Graphic 57" descr="Badge Follow outline">
              <a:extLst>
                <a:ext uri="{FF2B5EF4-FFF2-40B4-BE49-F238E27FC236}">
                  <a16:creationId xmlns:a16="http://schemas.microsoft.com/office/drawing/2014/main" id="{B912C18F-DA7C-8DC2-5E21-696B9DE4D7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22802" y="1370972"/>
              <a:ext cx="288000" cy="288000"/>
            </a:xfrm>
            <a:prstGeom prst="rect">
              <a:avLst/>
            </a:prstGeom>
          </p:spPr>
        </p:pic>
        <p:pic>
          <p:nvPicPr>
            <p:cNvPr id="59" name="Graphic 58" descr="Badge Follow outline">
              <a:extLst>
                <a:ext uri="{FF2B5EF4-FFF2-40B4-BE49-F238E27FC236}">
                  <a16:creationId xmlns:a16="http://schemas.microsoft.com/office/drawing/2014/main" id="{86503F11-F0B6-33CC-433F-45E2628FC2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04791" y="1625762"/>
              <a:ext cx="288000" cy="288000"/>
            </a:xfrm>
            <a:prstGeom prst="rect">
              <a:avLst/>
            </a:prstGeom>
          </p:spPr>
        </p:pic>
        <p:pic>
          <p:nvPicPr>
            <p:cNvPr id="60" name="Graphic 59" descr="Badge Follow outline">
              <a:extLst>
                <a:ext uri="{FF2B5EF4-FFF2-40B4-BE49-F238E27FC236}">
                  <a16:creationId xmlns:a16="http://schemas.microsoft.com/office/drawing/2014/main" id="{F616C8B0-D3A0-4F1D-1BE0-CDC178A970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74467" y="1202827"/>
              <a:ext cx="288000" cy="288000"/>
            </a:xfrm>
            <a:prstGeom prst="rect">
              <a:avLst/>
            </a:prstGeom>
          </p:spPr>
        </p:pic>
        <p:pic>
          <p:nvPicPr>
            <p:cNvPr id="61" name="Graphic 60" descr="Badge Follow outline">
              <a:extLst>
                <a:ext uri="{FF2B5EF4-FFF2-40B4-BE49-F238E27FC236}">
                  <a16:creationId xmlns:a16="http://schemas.microsoft.com/office/drawing/2014/main" id="{8051BCCF-E9A5-7902-7920-A1D0799676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13383" y="1120776"/>
              <a:ext cx="288000" cy="288000"/>
            </a:xfrm>
            <a:prstGeom prst="rect">
              <a:avLst/>
            </a:prstGeom>
          </p:spPr>
        </p:pic>
        <p:pic>
          <p:nvPicPr>
            <p:cNvPr id="62" name="Graphic 61" descr="Badge Follow outline">
              <a:extLst>
                <a:ext uri="{FF2B5EF4-FFF2-40B4-BE49-F238E27FC236}">
                  <a16:creationId xmlns:a16="http://schemas.microsoft.com/office/drawing/2014/main" id="{E06CAAE8-A50B-D6C2-9F42-FC8C638266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7484" y="1101272"/>
              <a:ext cx="288000" cy="288000"/>
            </a:xfrm>
            <a:prstGeom prst="rect">
              <a:avLst/>
            </a:prstGeom>
          </p:spPr>
        </p:pic>
        <p:pic>
          <p:nvPicPr>
            <p:cNvPr id="63" name="Graphic 62" descr="Badge Follow outline">
              <a:extLst>
                <a:ext uri="{FF2B5EF4-FFF2-40B4-BE49-F238E27FC236}">
                  <a16:creationId xmlns:a16="http://schemas.microsoft.com/office/drawing/2014/main" id="{C59EBC98-5019-4DAC-A304-7432779FEA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521492" y="1168035"/>
              <a:ext cx="288000" cy="288000"/>
            </a:xfrm>
            <a:prstGeom prst="rect">
              <a:avLst/>
            </a:prstGeom>
          </p:spPr>
        </p:pic>
        <p:pic>
          <p:nvPicPr>
            <p:cNvPr id="64" name="Graphic 63" descr="Badge Follow outline">
              <a:extLst>
                <a:ext uri="{FF2B5EF4-FFF2-40B4-BE49-F238E27FC236}">
                  <a16:creationId xmlns:a16="http://schemas.microsoft.com/office/drawing/2014/main" id="{F256BC0F-D9AB-13B9-2AFE-73BC5B355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812680" y="1332373"/>
              <a:ext cx="288000" cy="288000"/>
            </a:xfrm>
            <a:prstGeom prst="rect">
              <a:avLst/>
            </a:prstGeom>
          </p:spPr>
        </p:pic>
        <p:pic>
          <p:nvPicPr>
            <p:cNvPr id="65" name="Graphic 64" descr="Badge Follow outline">
              <a:extLst>
                <a:ext uri="{FF2B5EF4-FFF2-40B4-BE49-F238E27FC236}">
                  <a16:creationId xmlns:a16="http://schemas.microsoft.com/office/drawing/2014/main" id="{AC188B75-3EE2-853E-FEEC-5B95C3B98B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046918" y="1552776"/>
              <a:ext cx="288000" cy="288000"/>
            </a:xfrm>
            <a:prstGeom prst="rect">
              <a:avLst/>
            </a:prstGeom>
          </p:spPr>
        </p:pic>
        <p:pic>
          <p:nvPicPr>
            <p:cNvPr id="66" name="Graphic 65" descr="Badge Follow outline">
              <a:extLst>
                <a:ext uri="{FF2B5EF4-FFF2-40B4-BE49-F238E27FC236}">
                  <a16:creationId xmlns:a16="http://schemas.microsoft.com/office/drawing/2014/main" id="{E52763EB-DB4F-F832-F0F3-0D43D187C4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90918" y="1839942"/>
              <a:ext cx="288000" cy="288000"/>
            </a:xfrm>
            <a:prstGeom prst="rect">
              <a:avLst/>
            </a:prstGeom>
          </p:spPr>
        </p:pic>
        <p:pic>
          <p:nvPicPr>
            <p:cNvPr id="67" name="Graphic 66" descr="Badge Follow outline">
              <a:extLst>
                <a:ext uri="{FF2B5EF4-FFF2-40B4-BE49-F238E27FC236}">
                  <a16:creationId xmlns:a16="http://schemas.microsoft.com/office/drawing/2014/main" id="{873F4BA5-CC34-6C37-545D-2C4981E0D78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7432" y="2177518"/>
              <a:ext cx="288000" cy="288000"/>
            </a:xfrm>
            <a:prstGeom prst="rect">
              <a:avLst/>
            </a:prstGeom>
          </p:spPr>
        </p:pic>
        <p:pic>
          <p:nvPicPr>
            <p:cNvPr id="68" name="Graphic 67" descr="Badge Follow outline">
              <a:extLst>
                <a:ext uri="{FF2B5EF4-FFF2-40B4-BE49-F238E27FC236}">
                  <a16:creationId xmlns:a16="http://schemas.microsoft.com/office/drawing/2014/main" id="{EDE25B33-60DE-56F7-27E3-A767CE26023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99692" y="2479704"/>
              <a:ext cx="288000" cy="288000"/>
            </a:xfrm>
            <a:prstGeom prst="rect">
              <a:avLst/>
            </a:prstGeom>
          </p:spPr>
        </p:pic>
        <p:pic>
          <p:nvPicPr>
            <p:cNvPr id="69" name="Graphic 68" descr="Badge Follow outline">
              <a:extLst>
                <a:ext uri="{FF2B5EF4-FFF2-40B4-BE49-F238E27FC236}">
                  <a16:creationId xmlns:a16="http://schemas.microsoft.com/office/drawing/2014/main" id="{F354866A-7DAC-8756-B8DE-C4DBD69BF2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232847" y="2770169"/>
              <a:ext cx="288000" cy="288000"/>
            </a:xfrm>
            <a:prstGeom prst="rect">
              <a:avLst/>
            </a:prstGeom>
          </p:spPr>
        </p:pic>
        <p:pic>
          <p:nvPicPr>
            <p:cNvPr id="70" name="Graphic 69" descr="Badge Follow outline">
              <a:extLst>
                <a:ext uri="{FF2B5EF4-FFF2-40B4-BE49-F238E27FC236}">
                  <a16:creationId xmlns:a16="http://schemas.microsoft.com/office/drawing/2014/main" id="{EF2E8490-5ADD-8A12-021D-88CBA258C9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122270" y="3035366"/>
              <a:ext cx="288000" cy="288000"/>
            </a:xfrm>
            <a:prstGeom prst="rect">
              <a:avLst/>
            </a:prstGeom>
          </p:spPr>
        </p:pic>
        <p:pic>
          <p:nvPicPr>
            <p:cNvPr id="71" name="Graphic 70" descr="Badge Follow outline">
              <a:extLst>
                <a:ext uri="{FF2B5EF4-FFF2-40B4-BE49-F238E27FC236}">
                  <a16:creationId xmlns:a16="http://schemas.microsoft.com/office/drawing/2014/main" id="{BAE18EB3-84F9-307F-4302-C447F2DD9C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56680" y="3253766"/>
              <a:ext cx="288000" cy="288000"/>
            </a:xfrm>
            <a:prstGeom prst="rect">
              <a:avLst/>
            </a:prstGeom>
          </p:spPr>
        </p:pic>
        <p:pic>
          <p:nvPicPr>
            <p:cNvPr id="72" name="Graphic 71" descr="Badge Follow outline">
              <a:extLst>
                <a:ext uri="{FF2B5EF4-FFF2-40B4-BE49-F238E27FC236}">
                  <a16:creationId xmlns:a16="http://schemas.microsoft.com/office/drawing/2014/main" id="{C2BA3D82-4E14-B121-A558-8DEDE396FF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38803" y="3437608"/>
              <a:ext cx="288000" cy="288000"/>
            </a:xfrm>
            <a:prstGeom prst="rect">
              <a:avLst/>
            </a:prstGeom>
          </p:spPr>
        </p:pic>
        <p:pic>
          <p:nvPicPr>
            <p:cNvPr id="73" name="Graphic 72" descr="Badge Follow outline">
              <a:extLst>
                <a:ext uri="{FF2B5EF4-FFF2-40B4-BE49-F238E27FC236}">
                  <a16:creationId xmlns:a16="http://schemas.microsoft.com/office/drawing/2014/main" id="{367B4E98-8543-12EA-956C-0DBF68B0081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4682" y="1902162"/>
              <a:ext cx="288000" cy="288000"/>
            </a:xfrm>
            <a:prstGeom prst="rect">
              <a:avLst/>
            </a:prstGeom>
          </p:spPr>
        </p:pic>
        <p:pic>
          <p:nvPicPr>
            <p:cNvPr id="74" name="Graphic 73" descr="Badge Follow outline">
              <a:extLst>
                <a:ext uri="{FF2B5EF4-FFF2-40B4-BE49-F238E27FC236}">
                  <a16:creationId xmlns:a16="http://schemas.microsoft.com/office/drawing/2014/main" id="{A4BF0088-6E91-0608-1546-A3983926BEE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74677" y="3522262"/>
              <a:ext cx="288000" cy="288000"/>
            </a:xfrm>
            <a:prstGeom prst="rect">
              <a:avLst/>
            </a:prstGeom>
          </p:spPr>
        </p:pic>
        <p:pic>
          <p:nvPicPr>
            <p:cNvPr id="75" name="Graphic 74" descr="Badge Follow outline">
              <a:extLst>
                <a:ext uri="{FF2B5EF4-FFF2-40B4-BE49-F238E27FC236}">
                  <a16:creationId xmlns:a16="http://schemas.microsoft.com/office/drawing/2014/main" id="{FB8E43F9-8FFA-B5C3-BB79-076DC91E60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157484" y="3623935"/>
              <a:ext cx="288000" cy="288000"/>
            </a:xfrm>
            <a:prstGeom prst="rect">
              <a:avLst/>
            </a:prstGeom>
          </p:spPr>
        </p:pic>
        <p:pic>
          <p:nvPicPr>
            <p:cNvPr id="76" name="Graphic 75" descr="Badge Follow outline">
              <a:extLst>
                <a:ext uri="{FF2B5EF4-FFF2-40B4-BE49-F238E27FC236}">
                  <a16:creationId xmlns:a16="http://schemas.microsoft.com/office/drawing/2014/main" id="{F9E09A4B-3937-EBD6-FCCB-903D7071EF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854888" y="3598665"/>
              <a:ext cx="288000" cy="288000"/>
            </a:xfrm>
            <a:prstGeom prst="rect">
              <a:avLst/>
            </a:prstGeom>
          </p:spPr>
        </p:pic>
        <p:pic>
          <p:nvPicPr>
            <p:cNvPr id="77" name="Graphic 76" descr="Badge Follow outline">
              <a:extLst>
                <a:ext uri="{FF2B5EF4-FFF2-40B4-BE49-F238E27FC236}">
                  <a16:creationId xmlns:a16="http://schemas.microsoft.com/office/drawing/2014/main" id="{209C5959-1D90-89DC-72EC-AEA768F680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48352" y="3481586"/>
              <a:ext cx="288000" cy="288000"/>
            </a:xfrm>
            <a:prstGeom prst="rect">
              <a:avLst/>
            </a:prstGeom>
          </p:spPr>
        </p:pic>
        <p:pic>
          <p:nvPicPr>
            <p:cNvPr id="78" name="Graphic 77" descr="Badge Follow outline">
              <a:extLst>
                <a:ext uri="{FF2B5EF4-FFF2-40B4-BE49-F238E27FC236}">
                  <a16:creationId xmlns:a16="http://schemas.microsoft.com/office/drawing/2014/main" id="{E4C39B85-3040-F475-C837-99DDE76B7C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4195" y="3346104"/>
              <a:ext cx="288000" cy="288000"/>
            </a:xfrm>
            <a:prstGeom prst="rect">
              <a:avLst/>
            </a:prstGeom>
          </p:spPr>
        </p:pic>
        <p:pic>
          <p:nvPicPr>
            <p:cNvPr id="79" name="Graphic 78" descr="Badge Follow outline">
              <a:extLst>
                <a:ext uri="{FF2B5EF4-FFF2-40B4-BE49-F238E27FC236}">
                  <a16:creationId xmlns:a16="http://schemas.microsoft.com/office/drawing/2014/main" id="{07CCA49B-4EB7-5825-F063-0F00A70439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78802" y="3113697"/>
              <a:ext cx="288000" cy="288000"/>
            </a:xfrm>
            <a:prstGeom prst="rect">
              <a:avLst/>
            </a:prstGeom>
          </p:spPr>
        </p:pic>
        <p:pic>
          <p:nvPicPr>
            <p:cNvPr id="80" name="Graphic 79" descr="Badge Follow outline">
              <a:extLst>
                <a:ext uri="{FF2B5EF4-FFF2-40B4-BE49-F238E27FC236}">
                  <a16:creationId xmlns:a16="http://schemas.microsoft.com/office/drawing/2014/main" id="{15C65B11-716C-BDBB-AF65-0B4BB8B7816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0280" y="2884277"/>
              <a:ext cx="288000" cy="288000"/>
            </a:xfrm>
            <a:prstGeom prst="rect">
              <a:avLst/>
            </a:prstGeom>
          </p:spPr>
        </p:pic>
        <p:pic>
          <p:nvPicPr>
            <p:cNvPr id="81" name="Graphic 80" descr="Badge Follow outline">
              <a:extLst>
                <a:ext uri="{FF2B5EF4-FFF2-40B4-BE49-F238E27FC236}">
                  <a16:creationId xmlns:a16="http://schemas.microsoft.com/office/drawing/2014/main" id="{C8F6508C-12EC-9091-C66B-B506C8449E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19101" y="2594158"/>
              <a:ext cx="288000" cy="288000"/>
            </a:xfrm>
            <a:prstGeom prst="rect">
              <a:avLst/>
            </a:prstGeom>
          </p:spPr>
        </p:pic>
        <p:pic>
          <p:nvPicPr>
            <p:cNvPr id="82" name="Graphic 81" descr="Badge Follow outline">
              <a:extLst>
                <a:ext uri="{FF2B5EF4-FFF2-40B4-BE49-F238E27FC236}">
                  <a16:creationId xmlns:a16="http://schemas.microsoft.com/office/drawing/2014/main" id="{2AF1AABE-4845-D6CF-A914-314B43E2BE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6713" y="2246292"/>
              <a:ext cx="288000" cy="288000"/>
            </a:xfrm>
            <a:prstGeom prst="rect">
              <a:avLst/>
            </a:prstGeom>
          </p:spPr>
        </p:pic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255727A9-3EC5-A89A-394A-31A106A124F6}"/>
              </a:ext>
            </a:extLst>
          </p:cNvPr>
          <p:cNvSpPr txBox="1"/>
          <p:nvPr/>
        </p:nvSpPr>
        <p:spPr>
          <a:xfrm>
            <a:off x="7372094" y="5820304"/>
            <a:ext cx="2497800" cy="408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shell representation</a:t>
            </a:r>
          </a:p>
        </p:txBody>
      </p:sp>
      <p:sp>
        <p:nvSpPr>
          <p:cNvPr id="94" name="Right Bracket 93">
            <a:extLst>
              <a:ext uri="{FF2B5EF4-FFF2-40B4-BE49-F238E27FC236}">
                <a16:creationId xmlns:a16="http://schemas.microsoft.com/office/drawing/2014/main" id="{A0AFA734-E026-96F9-E07E-39B2BE318601}"/>
              </a:ext>
            </a:extLst>
          </p:cNvPr>
          <p:cNvSpPr/>
          <p:nvPr/>
        </p:nvSpPr>
        <p:spPr>
          <a:xfrm rot="5400000">
            <a:off x="9275517" y="3846887"/>
            <a:ext cx="52939" cy="3859785"/>
          </a:xfrm>
          <a:prstGeom prst="rightBracke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8713BA8-35A9-1C6D-7247-D8D7AEA0E9D1}"/>
              </a:ext>
            </a:extLst>
          </p:cNvPr>
          <p:cNvSpPr txBox="1"/>
          <p:nvPr/>
        </p:nvSpPr>
        <p:spPr>
          <a:xfrm>
            <a:off x="10102711" y="3348191"/>
            <a:ext cx="2140330" cy="408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PURE backbone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D4553B9-7804-0B25-4694-E98493770565}"/>
              </a:ext>
            </a:extLst>
          </p:cNvPr>
          <p:cNvSpPr txBox="1"/>
          <p:nvPr/>
        </p:nvSpPr>
        <p:spPr>
          <a:xfrm>
            <a:off x="2191230" y="5779558"/>
            <a:ext cx="2140330" cy="408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PURE backbone</a:t>
            </a:r>
          </a:p>
        </p:txBody>
      </p:sp>
      <p:sp>
        <p:nvSpPr>
          <p:cNvPr id="97" name="Right Bracket 96">
            <a:extLst>
              <a:ext uri="{FF2B5EF4-FFF2-40B4-BE49-F238E27FC236}">
                <a16:creationId xmlns:a16="http://schemas.microsoft.com/office/drawing/2014/main" id="{06A1B7E2-2600-C0A9-6615-2E97091739BE}"/>
              </a:ext>
            </a:extLst>
          </p:cNvPr>
          <p:cNvSpPr/>
          <p:nvPr/>
        </p:nvSpPr>
        <p:spPr>
          <a:xfrm rot="16200000">
            <a:off x="5168872" y="3114603"/>
            <a:ext cx="57122" cy="1652722"/>
          </a:xfrm>
          <a:prstGeom prst="rightBracke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A006C77-D74A-AB49-733A-ED1633689207}"/>
              </a:ext>
            </a:extLst>
          </p:cNvPr>
          <p:cNvSpPr txBox="1"/>
          <p:nvPr/>
        </p:nvSpPr>
        <p:spPr>
          <a:xfrm>
            <a:off x="4253192" y="3502656"/>
            <a:ext cx="2497800" cy="4088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shell representation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819A44C-5262-CCAD-9FDA-A322296CA112}"/>
              </a:ext>
            </a:extLst>
          </p:cNvPr>
          <p:cNvGrpSpPr/>
          <p:nvPr/>
        </p:nvGrpSpPr>
        <p:grpSpPr>
          <a:xfrm>
            <a:off x="2350827" y="7314149"/>
            <a:ext cx="9860436" cy="7185216"/>
            <a:chOff x="1631752" y="122898"/>
            <a:chExt cx="9074079" cy="66122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70D7D79-7E17-25F2-5037-B77A45F3D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31752" y="122898"/>
              <a:ext cx="8928496" cy="6612204"/>
            </a:xfrm>
            <a:prstGeom prst="rect">
              <a:avLst/>
            </a:prstGeom>
          </p:spPr>
        </p:pic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0C2E50D-6921-A0F9-4057-144C59239A65}"/>
                </a:ext>
              </a:extLst>
            </p:cNvPr>
            <p:cNvSpPr/>
            <p:nvPr/>
          </p:nvSpPr>
          <p:spPr>
            <a:xfrm>
              <a:off x="8351485" y="1139056"/>
              <a:ext cx="2354346" cy="975098"/>
            </a:xfrm>
            <a:custGeom>
              <a:avLst/>
              <a:gdLst>
                <a:gd name="csX0" fmla="*/ 130368 w 2354346"/>
                <a:gd name="csY0" fmla="*/ 778433 h 975098"/>
                <a:gd name="csX1" fmla="*/ 2549 w 2354346"/>
                <a:gd name="csY1" fmla="*/ 542459 h 975098"/>
                <a:gd name="csX2" fmla="*/ 189362 w 2354346"/>
                <a:gd name="csY2" fmla="*/ 41013 h 975098"/>
                <a:gd name="csX3" fmla="*/ 1497052 w 2354346"/>
                <a:gd name="csY3" fmla="*/ 31181 h 975098"/>
                <a:gd name="csX4" fmla="*/ 2283633 w 2354346"/>
                <a:gd name="csY4" fmla="*/ 50846 h 975098"/>
                <a:gd name="csX5" fmla="*/ 2293465 w 2354346"/>
                <a:gd name="csY5" fmla="*/ 453968 h 975098"/>
                <a:gd name="csX6" fmla="*/ 2077155 w 2354346"/>
                <a:gd name="csY6" fmla="*/ 886588 h 975098"/>
                <a:gd name="csX7" fmla="*/ 641646 w 2354346"/>
                <a:gd name="csY7" fmla="*/ 866923 h 975098"/>
                <a:gd name="csX8" fmla="*/ 366342 w 2354346"/>
                <a:gd name="csY8" fmla="*/ 975078 h 975098"/>
                <a:gd name="csX9" fmla="*/ 228691 w 2354346"/>
                <a:gd name="csY9" fmla="*/ 857091 h 975098"/>
                <a:gd name="csX10" fmla="*/ 22213 w 2354346"/>
                <a:gd name="csY10" fmla="*/ 798097 h 975098"/>
                <a:gd name="csX11" fmla="*/ 130368 w 2354346"/>
                <a:gd name="csY11" fmla="*/ 778433 h 97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354346" h="975098">
                  <a:moveTo>
                    <a:pt x="130368" y="778433"/>
                  </a:moveTo>
                  <a:cubicBezTo>
                    <a:pt x="127091" y="735827"/>
                    <a:pt x="-7283" y="665362"/>
                    <a:pt x="2549" y="542459"/>
                  </a:cubicBezTo>
                  <a:cubicBezTo>
                    <a:pt x="12381" y="419556"/>
                    <a:pt x="-59722" y="126226"/>
                    <a:pt x="189362" y="41013"/>
                  </a:cubicBezTo>
                  <a:cubicBezTo>
                    <a:pt x="438446" y="-44200"/>
                    <a:pt x="1148007" y="29542"/>
                    <a:pt x="1497052" y="31181"/>
                  </a:cubicBezTo>
                  <a:cubicBezTo>
                    <a:pt x="1846097" y="32820"/>
                    <a:pt x="2150898" y="-19618"/>
                    <a:pt x="2283633" y="50846"/>
                  </a:cubicBezTo>
                  <a:cubicBezTo>
                    <a:pt x="2416368" y="121310"/>
                    <a:pt x="2327878" y="314678"/>
                    <a:pt x="2293465" y="453968"/>
                  </a:cubicBezTo>
                  <a:cubicBezTo>
                    <a:pt x="2259052" y="593258"/>
                    <a:pt x="2352458" y="817762"/>
                    <a:pt x="2077155" y="886588"/>
                  </a:cubicBezTo>
                  <a:cubicBezTo>
                    <a:pt x="1801852" y="955414"/>
                    <a:pt x="926781" y="852175"/>
                    <a:pt x="641646" y="866923"/>
                  </a:cubicBezTo>
                  <a:cubicBezTo>
                    <a:pt x="356511" y="881671"/>
                    <a:pt x="435168" y="976717"/>
                    <a:pt x="366342" y="975078"/>
                  </a:cubicBezTo>
                  <a:cubicBezTo>
                    <a:pt x="297516" y="973439"/>
                    <a:pt x="286046" y="886588"/>
                    <a:pt x="228691" y="857091"/>
                  </a:cubicBezTo>
                  <a:cubicBezTo>
                    <a:pt x="171336" y="827594"/>
                    <a:pt x="40239" y="807929"/>
                    <a:pt x="22213" y="798097"/>
                  </a:cubicBezTo>
                  <a:cubicBezTo>
                    <a:pt x="4187" y="788265"/>
                    <a:pt x="133645" y="821039"/>
                    <a:pt x="130368" y="77843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179F6FC-8812-9BBF-3EFE-F50422AE0781}"/>
                </a:ext>
              </a:extLst>
            </p:cNvPr>
            <p:cNvSpPr/>
            <p:nvPr/>
          </p:nvSpPr>
          <p:spPr>
            <a:xfrm>
              <a:off x="8180832" y="3449530"/>
              <a:ext cx="2273808" cy="975098"/>
            </a:xfrm>
            <a:custGeom>
              <a:avLst/>
              <a:gdLst>
                <a:gd name="csX0" fmla="*/ 130368 w 2354346"/>
                <a:gd name="csY0" fmla="*/ 778433 h 975098"/>
                <a:gd name="csX1" fmla="*/ 2549 w 2354346"/>
                <a:gd name="csY1" fmla="*/ 542459 h 975098"/>
                <a:gd name="csX2" fmla="*/ 189362 w 2354346"/>
                <a:gd name="csY2" fmla="*/ 41013 h 975098"/>
                <a:gd name="csX3" fmla="*/ 1497052 w 2354346"/>
                <a:gd name="csY3" fmla="*/ 31181 h 975098"/>
                <a:gd name="csX4" fmla="*/ 2283633 w 2354346"/>
                <a:gd name="csY4" fmla="*/ 50846 h 975098"/>
                <a:gd name="csX5" fmla="*/ 2293465 w 2354346"/>
                <a:gd name="csY5" fmla="*/ 453968 h 975098"/>
                <a:gd name="csX6" fmla="*/ 2077155 w 2354346"/>
                <a:gd name="csY6" fmla="*/ 886588 h 975098"/>
                <a:gd name="csX7" fmla="*/ 641646 w 2354346"/>
                <a:gd name="csY7" fmla="*/ 866923 h 975098"/>
                <a:gd name="csX8" fmla="*/ 366342 w 2354346"/>
                <a:gd name="csY8" fmla="*/ 975078 h 975098"/>
                <a:gd name="csX9" fmla="*/ 228691 w 2354346"/>
                <a:gd name="csY9" fmla="*/ 857091 h 975098"/>
                <a:gd name="csX10" fmla="*/ 22213 w 2354346"/>
                <a:gd name="csY10" fmla="*/ 798097 h 975098"/>
                <a:gd name="csX11" fmla="*/ 130368 w 2354346"/>
                <a:gd name="csY11" fmla="*/ 778433 h 9750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354346" h="975098">
                  <a:moveTo>
                    <a:pt x="130368" y="778433"/>
                  </a:moveTo>
                  <a:cubicBezTo>
                    <a:pt x="127091" y="735827"/>
                    <a:pt x="-7283" y="665362"/>
                    <a:pt x="2549" y="542459"/>
                  </a:cubicBezTo>
                  <a:cubicBezTo>
                    <a:pt x="12381" y="419556"/>
                    <a:pt x="-59722" y="126226"/>
                    <a:pt x="189362" y="41013"/>
                  </a:cubicBezTo>
                  <a:cubicBezTo>
                    <a:pt x="438446" y="-44200"/>
                    <a:pt x="1148007" y="29542"/>
                    <a:pt x="1497052" y="31181"/>
                  </a:cubicBezTo>
                  <a:cubicBezTo>
                    <a:pt x="1846097" y="32820"/>
                    <a:pt x="2150898" y="-19618"/>
                    <a:pt x="2283633" y="50846"/>
                  </a:cubicBezTo>
                  <a:cubicBezTo>
                    <a:pt x="2416368" y="121310"/>
                    <a:pt x="2327878" y="314678"/>
                    <a:pt x="2293465" y="453968"/>
                  </a:cubicBezTo>
                  <a:cubicBezTo>
                    <a:pt x="2259052" y="593258"/>
                    <a:pt x="2352458" y="817762"/>
                    <a:pt x="2077155" y="886588"/>
                  </a:cubicBezTo>
                  <a:cubicBezTo>
                    <a:pt x="1801852" y="955414"/>
                    <a:pt x="926781" y="852175"/>
                    <a:pt x="641646" y="866923"/>
                  </a:cubicBezTo>
                  <a:cubicBezTo>
                    <a:pt x="356511" y="881671"/>
                    <a:pt x="435168" y="976717"/>
                    <a:pt x="366342" y="975078"/>
                  </a:cubicBezTo>
                  <a:cubicBezTo>
                    <a:pt x="297516" y="973439"/>
                    <a:pt x="286046" y="886588"/>
                    <a:pt x="228691" y="857091"/>
                  </a:cubicBezTo>
                  <a:cubicBezTo>
                    <a:pt x="171336" y="827594"/>
                    <a:pt x="40239" y="807929"/>
                    <a:pt x="22213" y="798097"/>
                  </a:cubicBezTo>
                  <a:cubicBezTo>
                    <a:pt x="4187" y="788265"/>
                    <a:pt x="133645" y="821039"/>
                    <a:pt x="130368" y="778433"/>
                  </a:cubicBez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dirty="0"/>
                <a:t>3256</a:t>
              </a:r>
              <a:endParaRPr lang="es-ES" dirty="0"/>
            </a:p>
          </p:txBody>
        </p:sp>
      </p:grpSp>
      <p:sp>
        <p:nvSpPr>
          <p:cNvPr id="44" name="CaixaDeTexto 10">
            <a:extLst>
              <a:ext uri="{FF2B5EF4-FFF2-40B4-BE49-F238E27FC236}">
                <a16:creationId xmlns:a16="http://schemas.microsoft.com/office/drawing/2014/main" id="{F4B2479E-6DA9-2E24-078C-809F5F33F445}"/>
              </a:ext>
            </a:extLst>
          </p:cNvPr>
          <p:cNvSpPr txBox="1"/>
          <p:nvPr/>
        </p:nvSpPr>
        <p:spPr>
          <a:xfrm>
            <a:off x="2815434" y="6422594"/>
            <a:ext cx="1965717" cy="408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PURE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G4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-OEI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48</a:t>
            </a:r>
          </a:p>
        </p:txBody>
      </p:sp>
      <p:sp>
        <p:nvSpPr>
          <p:cNvPr id="45" name="CaixaDeTexto 8">
            <a:extLst>
              <a:ext uri="{FF2B5EF4-FFF2-40B4-BE49-F238E27FC236}">
                <a16:creationId xmlns:a16="http://schemas.microsoft.com/office/drawing/2014/main" id="{FEE21B39-4E25-682A-A324-B3F889E0F804}"/>
              </a:ext>
            </a:extLst>
          </p:cNvPr>
          <p:cNvSpPr txBox="1"/>
          <p:nvPr/>
        </p:nvSpPr>
        <p:spPr>
          <a:xfrm>
            <a:off x="8041595" y="6417850"/>
            <a:ext cx="2369209" cy="408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PURE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G4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-OCEI</a:t>
            </a:r>
            <a:r>
              <a:rPr lang="en-US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0FB595-2F35-39A4-2EBD-C8BA3A7CF131}"/>
              </a:ext>
            </a:extLst>
          </p:cNvPr>
          <p:cNvSpPr txBox="1"/>
          <p:nvPr/>
        </p:nvSpPr>
        <p:spPr>
          <a:xfrm>
            <a:off x="1199106" y="860853"/>
            <a:ext cx="17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41AA8CA-653F-DDE1-D7A4-CD7234221A17}"/>
              </a:ext>
            </a:extLst>
          </p:cNvPr>
          <p:cNvSpPr txBox="1"/>
          <p:nvPr/>
        </p:nvSpPr>
        <p:spPr>
          <a:xfrm>
            <a:off x="1199106" y="7339956"/>
            <a:ext cx="171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4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s-E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A1EE9BB-1C40-55D3-D400-8F8EE094D426}"/>
              </a:ext>
            </a:extLst>
          </p:cNvPr>
          <p:cNvSpPr txBox="1"/>
          <p:nvPr/>
        </p:nvSpPr>
        <p:spPr>
          <a:xfrm>
            <a:off x="1927189" y="13779856"/>
            <a:ext cx="2362200" cy="4088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i="1" dirty="0">
                <a:latin typeface="Arial" panose="020B0604020202020204" pitchFamily="34" charset="0"/>
                <a:cs typeface="Arial" panose="020B0604020202020204" pitchFamily="34" charset="0"/>
              </a:rPr>
              <a:t>PURE </a:t>
            </a:r>
            <a:r>
              <a:rPr lang="pt-PT" i="1" dirty="0" err="1">
                <a:latin typeface="Arial" panose="020B0604020202020204" pitchFamily="34" charset="0"/>
                <a:cs typeface="Arial" panose="020B0604020202020204" pitchFamily="34" charset="0"/>
              </a:rPr>
              <a:t>backbone</a:t>
            </a:r>
            <a:endParaRPr lang="es-ES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533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98F47A7F28CA408C8F3423049AEFDF" ma:contentTypeVersion="18" ma:contentTypeDescription="Criar um novo documento." ma:contentTypeScope="" ma:versionID="3da21215aaf14f5b1058dc0a1bf1334d">
  <xsd:schema xmlns:xsd="http://www.w3.org/2001/XMLSchema" xmlns:xs="http://www.w3.org/2001/XMLSchema" xmlns:p="http://schemas.microsoft.com/office/2006/metadata/properties" xmlns:ns3="828d2c79-fa85-41a0-aef6-6f880d12c542" xmlns:ns4="2e9d2e17-a77c-4deb-8c49-0ba213a043e2" targetNamespace="http://schemas.microsoft.com/office/2006/metadata/properties" ma:root="true" ma:fieldsID="3cdaa06447f7f48c09f504fe3227c529" ns3:_="" ns4:_="">
    <xsd:import namespace="828d2c79-fa85-41a0-aef6-6f880d12c542"/>
    <xsd:import namespace="2e9d2e17-a77c-4deb-8c49-0ba213a043e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8d2c79-fa85-41a0-aef6-6f880d12c5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9d2e17-a77c-4deb-8c49-0ba213a043e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Sugestão de Partilha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28d2c79-fa85-41a0-aef6-6f880d12c54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8C10CD-4CBA-438D-B22A-ECA908B821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8d2c79-fa85-41a0-aef6-6f880d12c542"/>
    <ds:schemaRef ds:uri="2e9d2e17-a77c-4deb-8c49-0ba213a043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553258-1E19-4FE3-B524-F17786D8B2A1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2e9d2e17-a77c-4deb-8c49-0ba213a043e2"/>
    <ds:schemaRef ds:uri="828d2c79-fa85-41a0-aef6-6f880d12c542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27170C1-890D-4532-8226-A723C3EE657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16943</TotalTime>
  <Words>54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CS ChemDraw Drawing</vt:lpstr>
      <vt:lpstr>PowerPoint Presentation</vt:lpstr>
    </vt:vector>
  </TitlesOfParts>
  <Company>FCM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Jacinta Serpa</dc:creator>
  <cp:lastModifiedBy>Samuel Ramos</cp:lastModifiedBy>
  <cp:revision>50</cp:revision>
  <dcterms:created xsi:type="dcterms:W3CDTF">2024-09-16T11:08:15Z</dcterms:created>
  <dcterms:modified xsi:type="dcterms:W3CDTF">2026-03-18T17:45:05Z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0x0101000A98F47A7F28CA408C8F3423049AEFDF</vt:lpwstr>
  </property>
</Properties>
</file>